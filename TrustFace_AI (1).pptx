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371600"/>
            <a:ext cx="2926080" cy="2926080"/>
          </a:xfrm>
          <a:prstGeom prst="ellipse">
            <a:avLst/>
          </a:prstGeom>
          <a:ln w="12700">
            <a:solidFill>
              <a:srgbClr val="1A8F8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868680"/>
            <a:ext cx="3931920" cy="3931920"/>
          </a:xfrm>
          <a:prstGeom prst="ellipse">
            <a:avLst/>
          </a:prstGeom>
          <a:ln w="12700">
            <a:solidFill>
              <a:srgbClr val="1A8F8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365760"/>
            <a:ext cx="4937760" cy="4937760"/>
          </a:xfrm>
          <a:prstGeom prst="ellipse">
            <a:avLst/>
          </a:prstGeom>
          <a:ln w="12700">
            <a:solidFill>
              <a:srgbClr val="1A8F8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440" y="-137160"/>
            <a:ext cx="5943600" cy="5943600"/>
          </a:xfrm>
          <a:prstGeom prst="ellipse">
            <a:avLst/>
          </a:prstGeom>
          <a:ln w="12700">
            <a:solidFill>
              <a:srgbClr val="1A8F80">
                <a:alpha val="2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PRIVACY-PRESERVING INTELLIGENT PRESENCE VERIFICATION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TrustFace </a:t>
            </a:r>
            <a:pPr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is this?  →  How certain am I?  →  Can I trust this?  →  Accept / Retry / Reject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one application of a trust-scored identity verification pipeline.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230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504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Assurance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17352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attendance systems trust the AI blindly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1B24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755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signal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0" y="175564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is a match — systems act on it with zero nuance, regardless of image quality or ambiguity.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75488" cy="475488"/>
          </a:xfrm>
          <a:prstGeom prst="ellipse">
            <a:avLst/>
          </a:prstGeom>
          <a:solidFill>
            <a:srgbClr val="1B24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biometric images stored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262432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sit in a database indefinitely — a single breach exposes irreversible biometric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75488" cy="475488"/>
          </a:xfrm>
          <a:prstGeom prst="ellipse">
            <a:avLst/>
          </a:prstGeom>
          <a:solidFill>
            <a:srgbClr val="1B24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decisions 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349300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"Matched" or "Not Matched." No middle ground for a borderline, low-quality, or suspicious frame.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475488" cy="475488"/>
          </a:xfrm>
          <a:prstGeom prst="ellipse">
            <a:avLst/>
          </a:prstGeom>
          <a:solidFill>
            <a:srgbClr val="1B24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361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marking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436168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a single timestamp — no sense of how long, how consistently, someone was actually present.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B24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5230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523036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scores, when they exist at all, are rarely explained or auditable after the fact.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is everywhere — the stakes are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9280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892808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password, a face can't be reset after a breach. Storage design is a safety decision, not a formality.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88036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9008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deployment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990088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access control, exam proctoring, security checkpoints — the same recognition pipeline shows up everywhere.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7764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8736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direction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087368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 and explainable-AI expectations are rising, not falling — systems need to justify decisions, not just make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507492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1846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consequences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5184648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wrongly accepted or wrongly rejected match has a real person on the other end of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"who is this?" to "should I act on it?"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3957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321308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InsightFace / ArcFace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512-d embedding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9464" y="26974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16352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3300" y="23957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16352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similarity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gallery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1456" y="26974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38344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5292" y="2395728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5765292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38344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9784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score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classifier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13448" y="26974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60336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87284" y="2395728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84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60336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51776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/ Retry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35440" y="26974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2328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09276" y="2395728"/>
            <a:ext cx="512064" cy="512064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09276" y="2395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82328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73768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+ 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consistency 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4206240"/>
            <a:ext cx="10853928" cy="1417320"/>
          </a:xfrm>
          <a:prstGeom prst="roundRect">
            <a:avLst>
              <a:gd name="adj" fmla="val 5161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only ONE consumer of this pipeline.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trust-scored identity verification generalizes to access control, exam proctoring, and any scenario where blindly acting on an AI prediction is a real risk.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— every arrow points one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78308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89280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24028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 · live UI · JavaScript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0" y="254203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2761488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2871216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Service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218688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· privacy · trust scoring · presence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3520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3739896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3849624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4197096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users, attendance, recognition logs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4809744"/>
            <a:ext cx="9601200" cy="1051560"/>
          </a:xfrm>
          <a:prstGeom prst="roundRect">
            <a:avLst>
              <a:gd name="adj" fmla="val 6957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4974336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in one line: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5266944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→ Detect Face → Embedding → Compare to Gallery → Quality Checks → Trust Score → Decision → Log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open-source, runs entirely on one laptop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30552"/>
            <a:ext cx="548640" cy="54864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2039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404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— one process, no separate servers to run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30552"/>
            <a:ext cx="548640" cy="54864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2039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+ OpenCV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2404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detection, embeddings, image quality checks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547872"/>
            <a:ext cx="548640" cy="54864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38221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zero configuration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2918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547872"/>
            <a:ext cx="548640" cy="54864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38221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for stored embeddings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709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1560" y="4965192"/>
            <a:ext cx="548640" cy="54864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965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4873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83080" y="52395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Decision Tree / Random Forest Trust Engine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4709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4965192"/>
            <a:ext cx="548640" cy="54864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965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4873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52395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 and the live recognition loop — no framework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paid APIs  ·  No cloud GPUs  ·  No enterprise hardware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— pretrained, not trained by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03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buffalo_l model pack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(finds the face) + ArcFace (turns it into a 512-number “fingerprint”). Runs on CPU, no GPU needed.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train our own: that needs millions of labeled faces and multiple GPU-days. Using a strong pretrained model is the right engineering call, not a shortcut.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297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boundary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46634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(ArcFace) is pretrained — we use it as-is.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Engine’s classifier is trained by us, on our own labeled data, with a real train/test split and real accuracy.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 — PRIVACY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embeddings, never raw biometric images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19456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85416" y="2423160"/>
            <a:ext cx="292608" cy="292608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Crop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7472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977640" y="219456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74336" y="2423160"/>
            <a:ext cx="292608" cy="292608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 numbers)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219456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63256" y="242316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(AES-256-GCM)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5256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55480" y="219456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52176" y="242316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4297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AES-256-GCM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429768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tampering, not just hides data — safer than plain encryption.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2578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5394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key is lost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53949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become unreadable — same as losing a password salt. Expected, not a bug.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 — TRUST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formula to a trained classifier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Rule-Based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= weighted sum of: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Face-match similarity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sharpness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angle, distance, liveness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day one, zero data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1B242E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Machine Learning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0" y="26974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labels attempts Accept / Retry / Reject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31927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3300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~30+ labels exist, a classifier is trained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394106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9227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tested on data it never saw during training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456285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562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45445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takes over as the real decision-maker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 — PRESENCE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alone lies — consistency tells the real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class-time present. Very different behavior.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Attendance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1B242E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251460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Intermittent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1B242E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1B242E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1B242E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2DD4BF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324612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1B242E"/>
          </a:solidFill>
          <a:ln w="6350">
            <a:solidFill>
              <a:srgbClr val="2631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4160520"/>
            <a:ext cx="10515600" cy="1965960"/>
          </a:xfrm>
          <a:prstGeom prst="roundRect">
            <a:avLst>
              <a:gd name="adj" fmla="val 3721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4300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classified into a category: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43000" y="48554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141732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Attendance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80760" y="485546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Exits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43000" y="535838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1417320" y="5303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Appearance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80760" y="5358384"/>
            <a:ext cx="146304" cy="146304"/>
          </a:xfrm>
          <a:prstGeom prst="ellipse">
            <a:avLst/>
          </a:prstGeom>
          <a:solidFill>
            <a:srgbClr val="EF4D5F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303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Intermittent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CURRICULUM, NOT JUST AN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Lab — every concept, hands-on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scripts, run from a terminal, using real data from the app you built — no notebooks needed.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Similarity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23774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Hand-computed similarity matrix on real registered users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Evaluation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3063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/ FRR / ROC curve from logged, labeled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749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Visualization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77840" y="3749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t-SNE — see why embeddings cluster by identity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434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Trust Classifier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77840" y="4434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ML pipeline, plus an overfitting curve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1A8F8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120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Consistency Demo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5120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one user's real detection timeline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methodology — accuracy that means something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/ 25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split, held out — accuracy isn't memorization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 · FRR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vs. impostor similarity, measured not guessed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26974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results — not just one number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run of learning_lab/04 (synthetic seed data — swap in real numbers once you've labeled real usage)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 vs. accuracy — the classic overfitting curve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63040" y="4550054"/>
            <a:ext cx="502920" cy="116494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4524451"/>
            <a:ext cx="502920" cy="1190549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788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4434840"/>
            <a:ext cx="502920" cy="1280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4690872"/>
            <a:ext cx="502920" cy="10241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5788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4434840"/>
            <a:ext cx="502920" cy="1280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3800" y="4690872"/>
            <a:ext cx="502920" cy="10241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5788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Train 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Test accuracy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VIVA-READY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boundaries actually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heuristic today, with a ready slot for a real trained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06324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Trust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3200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real labeled data — falls back to the rule engine until then.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16052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matching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42976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hundreds of users; would need a faster index at real scale.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25780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394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bias audit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5394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recognizer hasn't been independently tested for fairness.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383280" cy="502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NEAR-TERM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79806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6334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 real anti-spoof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75818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593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labeled data for the ML 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471830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55371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proper genuine/impostor FAR-FRR 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9659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965960"/>
            <a:ext cx="338328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MEDIUM-TERM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9806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334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 for large user galleries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375818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593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presence tracking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4718304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455371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fairness / bias audit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19659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41B23"/>
          </a:solidFill>
          <a:ln w="12700">
            <a:solidFill>
              <a:srgbClr val="26313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1965960"/>
            <a:ext cx="3383280" cy="502920"/>
          </a:xfrm>
          <a:prstGeom prst="rect">
            <a:avLst/>
          </a:prstGeom>
          <a:solidFill>
            <a:srgbClr val="EF4D5F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0E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2798064"/>
            <a:ext cx="109728" cy="109728"/>
          </a:xfrm>
          <a:prstGeom prst="ellipse">
            <a:avLst/>
          </a:prstGeom>
          <a:solidFill>
            <a:srgbClr val="EF4D5F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26334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trust calibration at larger scale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21040" y="3758184"/>
            <a:ext cx="109728" cy="109728"/>
          </a:xfrm>
          <a:prstGeom prst="ellipse">
            <a:avLst/>
          </a:prstGeom>
          <a:solidFill>
            <a:srgbClr val="EF4D5F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3593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edge deployment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4718304"/>
            <a:ext cx="109728" cy="109728"/>
          </a:xfrm>
          <a:prstGeom prst="ellipse">
            <a:avLst/>
          </a:prstGeom>
          <a:solidFill>
            <a:srgbClr val="EF4D5F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455371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trust framework as reusable research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8988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7452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CERTAINTY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80720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24528" y="64556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64739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85832" y="6473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TrustFace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2926080" cy="2926080"/>
          </a:xfrm>
          <a:prstGeom prst="ellipse">
            <a:avLst/>
          </a:prstGeom>
          <a:ln w="12700">
            <a:solidFill>
              <a:srgbClr val="1A8F8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02920" y="3154680"/>
            <a:ext cx="3931920" cy="3931920"/>
          </a:xfrm>
          <a:prstGeom prst="ellipse">
            <a:avLst/>
          </a:prstGeom>
          <a:ln w="12700">
            <a:solidFill>
              <a:srgbClr val="1A8F8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2651760"/>
            <a:ext cx="4937760" cy="4937760"/>
          </a:xfrm>
          <a:prstGeom prst="ellipse">
            <a:avLst/>
          </a:prstGeom>
          <a:ln w="12700">
            <a:solidFill>
              <a:srgbClr val="1A8F8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508760" y="2148840"/>
            <a:ext cx="5943600" cy="5943600"/>
          </a:xfrm>
          <a:prstGeom prst="ellipse">
            <a:avLst/>
          </a:prstGeom>
          <a:ln w="12700">
            <a:solidFill>
              <a:srgbClr val="1A8F80">
                <a:alpha val="2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trust-based decision framework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pretrained face recognition.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novel recognition algorithm — an honest, explainable, privacy-first system that genuinely teaches the AI foundations underneath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7398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(AES-256-GCM)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2452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1239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(rule + trained ML)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5079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(FAR/FRR, held-out test)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github.com/&lt;your-username&gt;/TrustFace-AI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2026-07-18T14:54:13Z</dcterms:created>
  <dcterms:modified xsi:type="dcterms:W3CDTF">2026-07-18T14:54:13Z</dcterms:modified>
</cp:coreProperties>
</file>